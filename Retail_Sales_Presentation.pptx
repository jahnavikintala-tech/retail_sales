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73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987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65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8317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748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297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468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0848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881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896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9900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15456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86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40126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73343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17934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0483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16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  <p:sldLayoutId id="214748381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Project Assignment: Retail Sales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502" y="2881423"/>
            <a:ext cx="7304568" cy="3244739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Analysis of customer behavior, revenue patterns, and product performance.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6" y="2892056"/>
            <a:ext cx="6935776" cy="3234107"/>
          </a:xfrm>
        </p:spPr>
        <p:txBody>
          <a:bodyPr/>
          <a:lstStyle/>
          <a:p>
            <a:pPr marL="0" indent="0" algn="ctr">
              <a:buNone/>
            </a:pPr>
            <a:r>
              <a:rPr dirty="0"/>
              <a:t>To analyze sales data and identify key insights for business decision-making.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Females generate the highest revenue</a:t>
            </a:r>
          </a:p>
          <a:p>
            <a:r>
              <a:t>• Target customers are around 40 years old</a:t>
            </a:r>
          </a:p>
          <a:p>
            <a:r>
              <a:t>• Beauty products generate highest revenue</a:t>
            </a:r>
          </a:p>
          <a:p>
            <a:r>
              <a:t>• Clothing is the most sold category</a:t>
            </a:r>
          </a:p>
          <a:p>
            <a:r>
              <a:t>• Electronics have higher pricing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Female customers contribute significantly to total revenue.</a:t>
            </a:r>
          </a:p>
          <a:p>
            <a:r>
              <a:t>Marketing strategies should focus more on female audience.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 Group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 around age 40 are the most valuable.</a:t>
            </a:r>
          </a:p>
          <a:p>
            <a:r>
              <a:t>Targeted campaigns should focus on this segment.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Category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Beauty category generates highest revenue.</a:t>
            </a:r>
          </a:p>
          <a:p>
            <a:r>
              <a:t>Clothing category has highest sales volume.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Electronics products are higher priced compared to other categories.</a:t>
            </a:r>
          </a:p>
          <a:p>
            <a:r>
              <a:t>Premium pricing strategy is observed.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Focus marketing on female customers</a:t>
            </a:r>
          </a:p>
          <a:p>
            <a:r>
              <a:t>• Target 40-year age group</a:t>
            </a:r>
          </a:p>
          <a:p>
            <a:r>
              <a:t>• Increase inventory of clothing</a:t>
            </a:r>
          </a:p>
          <a:p>
            <a:r>
              <a:t>• Promote beauty products</a:t>
            </a:r>
          </a:p>
          <a:p>
            <a:r>
              <a:t>• Review pricing strategy for electronics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reveals clear customer and product trends that can drive revenue growth.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</TotalTime>
  <Words>181</Words>
  <Application>Microsoft Office PowerPoint</Application>
  <PresentationFormat>On-screen Show (4:3)</PresentationFormat>
  <Paragraphs>30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Garamond</vt:lpstr>
      <vt:lpstr>Organic</vt:lpstr>
      <vt:lpstr>Project Assignment: Retail Sales Analysis</vt:lpstr>
      <vt:lpstr>Objective</vt:lpstr>
      <vt:lpstr>Key Insights</vt:lpstr>
      <vt:lpstr>Customer Analysis</vt:lpstr>
      <vt:lpstr>Age Group Analysis</vt:lpstr>
      <vt:lpstr>Product Category Insights</vt:lpstr>
      <vt:lpstr>Pricing Analysis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Ashwin Kumar</cp:lastModifiedBy>
  <cp:revision>2</cp:revision>
  <dcterms:created xsi:type="dcterms:W3CDTF">2013-01-27T09:14:16Z</dcterms:created>
  <dcterms:modified xsi:type="dcterms:W3CDTF">2026-03-30T18:18:01Z</dcterms:modified>
  <cp:category/>
</cp:coreProperties>
</file>